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462" r:id="rId2"/>
    <p:sldId id="463" r:id="rId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5" autoAdjust="0"/>
    <p:restoredTop sz="94718" autoAdjust="0"/>
  </p:normalViewPr>
  <p:slideViewPr>
    <p:cSldViewPr snapToGrid="0">
      <p:cViewPr varScale="1">
        <p:scale>
          <a:sx n="135" d="100"/>
          <a:sy n="135" d="100"/>
        </p:scale>
        <p:origin x="144" y="594"/>
      </p:cViewPr>
      <p:guideLst/>
    </p:cSldViewPr>
  </p:slideViewPr>
  <p:outlineViewPr>
    <p:cViewPr>
      <p:scale>
        <a:sx n="33" d="100"/>
        <a:sy n="33" d="100"/>
      </p:scale>
      <p:origin x="0" y="-28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4F038-EE62-4AE4-A59D-4DB82AB800C6}" type="datetimeFigureOut">
              <a:rPr lang="da-DK" smtClean="0"/>
              <a:t>17-09-2026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74B657-3EF2-400A-98FF-02FE5F33608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774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394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572272"/>
            <a:ext cx="10096528" cy="2857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sz="24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1620539" y="6572272"/>
            <a:ext cx="571461" cy="2857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sz="2400">
              <a:solidFill>
                <a:prstClr val="white"/>
              </a:solidFill>
            </a:endParaRPr>
          </a:p>
        </p:txBody>
      </p:sp>
      <p:sp>
        <p:nvSpPr>
          <p:cNvPr id="11" name="Freeform 7">
            <a:hlinkClick r:id="" action="ppaction://hlinkshowjump?jump=nextslide"/>
          </p:cNvPr>
          <p:cNvSpPr>
            <a:spLocks/>
          </p:cNvSpPr>
          <p:nvPr/>
        </p:nvSpPr>
        <p:spPr bwMode="auto">
          <a:xfrm>
            <a:off x="11090045" y="6418367"/>
            <a:ext cx="126943" cy="206375"/>
          </a:xfrm>
          <a:custGeom>
            <a:avLst/>
            <a:gdLst/>
            <a:ahLst/>
            <a:cxnLst>
              <a:cxn ang="0">
                <a:pos x="80" y="66"/>
              </a:cxn>
              <a:cxn ang="0">
                <a:pos x="14" y="0"/>
              </a:cxn>
              <a:cxn ang="0">
                <a:pos x="0" y="14"/>
              </a:cxn>
              <a:cxn ang="0">
                <a:pos x="50" y="66"/>
              </a:cxn>
              <a:cxn ang="0">
                <a:pos x="0" y="116"/>
              </a:cxn>
              <a:cxn ang="0">
                <a:pos x="14" y="130"/>
              </a:cxn>
              <a:cxn ang="0">
                <a:pos x="80" y="66"/>
              </a:cxn>
              <a:cxn ang="0">
                <a:pos x="80" y="66"/>
              </a:cxn>
              <a:cxn ang="0">
                <a:pos x="80" y="66"/>
              </a:cxn>
            </a:cxnLst>
            <a:rect l="0" t="0" r="r" b="b"/>
            <a:pathLst>
              <a:path w="80" h="130">
                <a:moveTo>
                  <a:pt x="80" y="66"/>
                </a:moveTo>
                <a:lnTo>
                  <a:pt x="14" y="0"/>
                </a:lnTo>
                <a:lnTo>
                  <a:pt x="0" y="14"/>
                </a:lnTo>
                <a:lnTo>
                  <a:pt x="50" y="66"/>
                </a:lnTo>
                <a:lnTo>
                  <a:pt x="0" y="116"/>
                </a:lnTo>
                <a:lnTo>
                  <a:pt x="14" y="130"/>
                </a:lnTo>
                <a:lnTo>
                  <a:pt x="80" y="66"/>
                </a:lnTo>
                <a:lnTo>
                  <a:pt x="80" y="66"/>
                </a:lnTo>
                <a:lnTo>
                  <a:pt x="80" y="66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algn="r" rtl="1"/>
            <a:endParaRPr lang="ar-SA" sz="2400">
              <a:solidFill>
                <a:prstClr val="black"/>
              </a:solidFill>
            </a:endParaRPr>
          </a:p>
        </p:txBody>
      </p:sp>
      <p:sp>
        <p:nvSpPr>
          <p:cNvPr id="14" name="Freeform 10">
            <a:hlinkClick r:id="" action="ppaction://hlinkshowjump?jump=previousslide"/>
          </p:cNvPr>
          <p:cNvSpPr>
            <a:spLocks/>
          </p:cNvSpPr>
          <p:nvPr/>
        </p:nvSpPr>
        <p:spPr bwMode="auto">
          <a:xfrm>
            <a:off x="10556995" y="6418367"/>
            <a:ext cx="123768" cy="206375"/>
          </a:xfrm>
          <a:custGeom>
            <a:avLst/>
            <a:gdLst/>
            <a:ahLst/>
            <a:cxnLst>
              <a:cxn ang="0">
                <a:pos x="0" y="66"/>
              </a:cxn>
              <a:cxn ang="0">
                <a:pos x="64" y="130"/>
              </a:cxn>
              <a:cxn ang="0">
                <a:pos x="78" y="116"/>
              </a:cxn>
              <a:cxn ang="0">
                <a:pos x="28" y="66"/>
              </a:cxn>
              <a:cxn ang="0">
                <a:pos x="78" y="14"/>
              </a:cxn>
              <a:cxn ang="0">
                <a:pos x="64" y="0"/>
              </a:cxn>
              <a:cxn ang="0">
                <a:pos x="0" y="66"/>
              </a:cxn>
              <a:cxn ang="0">
                <a:pos x="0" y="66"/>
              </a:cxn>
              <a:cxn ang="0">
                <a:pos x="0" y="66"/>
              </a:cxn>
            </a:cxnLst>
            <a:rect l="0" t="0" r="r" b="b"/>
            <a:pathLst>
              <a:path w="78" h="130">
                <a:moveTo>
                  <a:pt x="0" y="66"/>
                </a:moveTo>
                <a:lnTo>
                  <a:pt x="64" y="130"/>
                </a:lnTo>
                <a:lnTo>
                  <a:pt x="78" y="116"/>
                </a:lnTo>
                <a:lnTo>
                  <a:pt x="28" y="66"/>
                </a:lnTo>
                <a:lnTo>
                  <a:pt x="78" y="14"/>
                </a:lnTo>
                <a:lnTo>
                  <a:pt x="64" y="0"/>
                </a:lnTo>
                <a:lnTo>
                  <a:pt x="0" y="66"/>
                </a:lnTo>
                <a:lnTo>
                  <a:pt x="0" y="66"/>
                </a:lnTo>
                <a:lnTo>
                  <a:pt x="0" y="66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algn="r" rtl="1"/>
            <a:endParaRPr lang="ar-SA" sz="2400">
              <a:solidFill>
                <a:prstClr val="black"/>
              </a:solidFill>
            </a:endParaRPr>
          </a:p>
        </p:txBody>
      </p:sp>
      <p:pic>
        <p:nvPicPr>
          <p:cNvPr id="2" name="Billed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078" y="5932951"/>
            <a:ext cx="1676403" cy="146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37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059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233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1219170" rtl="1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r" defTabSz="1219170" rtl="1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r" defTabSz="1219170" rtl="1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r" defTabSz="121917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r" defTabSz="1219170" rtl="1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r" defTabSz="1219170" rtl="1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r" defTabSz="1219170" rtl="1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r" defTabSz="1219170" rtl="1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r" defTabSz="1219170" rtl="1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r" defTabSz="1219170" rtl="1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r" defTabSz="1219170" rtl="1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AE0968-7F0A-6408-AA66-ADC3A49BE752}"/>
              </a:ext>
            </a:extLst>
          </p:cNvPr>
          <p:cNvSpPr/>
          <p:nvPr/>
        </p:nvSpPr>
        <p:spPr>
          <a:xfrm>
            <a:off x="2215116" y="1206797"/>
            <a:ext cx="163741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OS2sofd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6B92DE-28AE-2A6D-8F5E-FBCD8BF26533}"/>
              </a:ext>
            </a:extLst>
          </p:cNvPr>
          <p:cNvSpPr/>
          <p:nvPr/>
        </p:nvSpPr>
        <p:spPr>
          <a:xfrm>
            <a:off x="3512288" y="2906233"/>
            <a:ext cx="163741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/>
              <a:t>OS2rollekatalog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A3EAED-65AC-2D68-303F-006B7EE4B282}"/>
              </a:ext>
            </a:extLst>
          </p:cNvPr>
          <p:cNvSpPr/>
          <p:nvPr/>
        </p:nvSpPr>
        <p:spPr>
          <a:xfrm>
            <a:off x="6489406" y="2906233"/>
            <a:ext cx="163741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Kommunens IdP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F85F72-B39C-3982-3581-22252D7A0577}"/>
              </a:ext>
            </a:extLst>
          </p:cNvPr>
          <p:cNvSpPr/>
          <p:nvPr/>
        </p:nvSpPr>
        <p:spPr>
          <a:xfrm>
            <a:off x="9243238" y="2906232"/>
            <a:ext cx="163741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FK Adgangsstyring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DB6410-60A0-E8F4-E022-FBB6D004F3EC}"/>
              </a:ext>
            </a:extLst>
          </p:cNvPr>
          <p:cNvSpPr/>
          <p:nvPr/>
        </p:nvSpPr>
        <p:spPr>
          <a:xfrm>
            <a:off x="5433238" y="1206797"/>
            <a:ext cx="163741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FK Organisation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1AD061-0C50-DEA3-8D46-D96C5A2D25EA}"/>
              </a:ext>
            </a:extLst>
          </p:cNvPr>
          <p:cNvSpPr/>
          <p:nvPr/>
        </p:nvSpPr>
        <p:spPr>
          <a:xfrm>
            <a:off x="9243238" y="1206797"/>
            <a:ext cx="163741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EOJ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EAEDE9-AFF3-E73B-1C85-CACD645EB1A1}"/>
              </a:ext>
            </a:extLst>
          </p:cNvPr>
          <p:cNvSpPr/>
          <p:nvPr/>
        </p:nvSpPr>
        <p:spPr>
          <a:xfrm>
            <a:off x="843516" y="2906233"/>
            <a:ext cx="163741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/>
              <a:t>OS2vikar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CC57F1-D843-7917-F2F8-F0995982F150}"/>
              </a:ext>
            </a:extLst>
          </p:cNvPr>
          <p:cNvSpPr/>
          <p:nvPr/>
        </p:nvSpPr>
        <p:spPr>
          <a:xfrm>
            <a:off x="2215116" y="4476306"/>
            <a:ext cx="163741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/>
              <a:t>Active Directory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94D8C45B-3F70-BD11-1FAB-D14F52DBC524}"/>
              </a:ext>
            </a:extLst>
          </p:cNvPr>
          <p:cNvCxnSpPr>
            <a:stCxn id="17" idx="2"/>
            <a:endCxn id="19" idx="1"/>
          </p:cNvCxnSpPr>
          <p:nvPr/>
        </p:nvCxnSpPr>
        <p:spPr>
          <a:xfrm rot="16200000" flipH="1">
            <a:off x="1382233" y="4100622"/>
            <a:ext cx="1112873" cy="5528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337A44F-5405-486E-4B42-9F4DD381D210}"/>
              </a:ext>
            </a:extLst>
          </p:cNvPr>
          <p:cNvCxnSpPr>
            <a:stCxn id="17" idx="0"/>
            <a:endCxn id="2" idx="1"/>
          </p:cNvCxnSpPr>
          <p:nvPr/>
        </p:nvCxnSpPr>
        <p:spPr>
          <a:xfrm rot="5400000" flipH="1" flipV="1">
            <a:off x="1317551" y="2008669"/>
            <a:ext cx="1242236" cy="5528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16F1EB2-CCEA-7738-8173-C61EDD6E3783}"/>
              </a:ext>
            </a:extLst>
          </p:cNvPr>
          <p:cNvCxnSpPr>
            <a:stCxn id="17" idx="3"/>
            <a:endCxn id="7" idx="1"/>
          </p:cNvCxnSpPr>
          <p:nvPr/>
        </p:nvCxnSpPr>
        <p:spPr>
          <a:xfrm>
            <a:off x="2480930" y="3363433"/>
            <a:ext cx="1031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64988D6-28E0-11D8-CFC5-69399B586E73}"/>
              </a:ext>
            </a:extLst>
          </p:cNvPr>
          <p:cNvCxnSpPr>
            <a:stCxn id="2" idx="3"/>
            <a:endCxn id="13" idx="1"/>
          </p:cNvCxnSpPr>
          <p:nvPr/>
        </p:nvCxnSpPr>
        <p:spPr>
          <a:xfrm>
            <a:off x="3852530" y="1663997"/>
            <a:ext cx="15807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529610F-4E0E-504D-F7E9-9159D5F89FBB}"/>
              </a:ext>
            </a:extLst>
          </p:cNvPr>
          <p:cNvCxnSpPr>
            <a:stCxn id="9" idx="1"/>
            <a:endCxn id="7" idx="3"/>
          </p:cNvCxnSpPr>
          <p:nvPr/>
        </p:nvCxnSpPr>
        <p:spPr>
          <a:xfrm flipH="1">
            <a:off x="5149702" y="3363433"/>
            <a:ext cx="13397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57EBE85-95D9-23F8-02AE-AB48F03A2E62}"/>
              </a:ext>
            </a:extLst>
          </p:cNvPr>
          <p:cNvCxnSpPr>
            <a:stCxn id="11" idx="1"/>
            <a:endCxn id="9" idx="3"/>
          </p:cNvCxnSpPr>
          <p:nvPr/>
        </p:nvCxnSpPr>
        <p:spPr>
          <a:xfrm flipH="1">
            <a:off x="8126820" y="3363432"/>
            <a:ext cx="111641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261B057-4407-F098-7E69-39FEA3289B69}"/>
              </a:ext>
            </a:extLst>
          </p:cNvPr>
          <p:cNvCxnSpPr>
            <a:stCxn id="15" idx="2"/>
            <a:endCxn id="11" idx="0"/>
          </p:cNvCxnSpPr>
          <p:nvPr/>
        </p:nvCxnSpPr>
        <p:spPr>
          <a:xfrm>
            <a:off x="10061945" y="2121197"/>
            <a:ext cx="0" cy="785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2A20794-8E3A-E8BD-2818-CCE5862900DB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7070652" y="1663997"/>
            <a:ext cx="2172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99E32E2-0D99-BB2E-2BBE-6BD8230A6FE9}"/>
              </a:ext>
            </a:extLst>
          </p:cNvPr>
          <p:cNvSpPr txBox="1"/>
          <p:nvPr/>
        </p:nvSpPr>
        <p:spPr>
          <a:xfrm>
            <a:off x="1350333" y="4379508"/>
            <a:ext cx="31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BE113E-DC63-1078-6C5D-3DB6365C33A2}"/>
              </a:ext>
            </a:extLst>
          </p:cNvPr>
          <p:cNvSpPr txBox="1"/>
          <p:nvPr/>
        </p:nvSpPr>
        <p:spPr>
          <a:xfrm>
            <a:off x="1337929" y="1991835"/>
            <a:ext cx="31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77096E-0EC2-5B75-4C0C-2759A198B968}"/>
              </a:ext>
            </a:extLst>
          </p:cNvPr>
          <p:cNvSpPr txBox="1"/>
          <p:nvPr/>
        </p:nvSpPr>
        <p:spPr>
          <a:xfrm>
            <a:off x="2840664" y="3020313"/>
            <a:ext cx="31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F2E46D-0543-AA5F-BC10-D44ADA6A8849}"/>
              </a:ext>
            </a:extLst>
          </p:cNvPr>
          <p:cNvSpPr txBox="1"/>
          <p:nvPr/>
        </p:nvSpPr>
        <p:spPr>
          <a:xfrm>
            <a:off x="5050464" y="1731117"/>
            <a:ext cx="31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2A16C2-7989-C6EE-CE03-56883F7CC242}"/>
              </a:ext>
            </a:extLst>
          </p:cNvPr>
          <p:cNvSpPr txBox="1"/>
          <p:nvPr/>
        </p:nvSpPr>
        <p:spPr>
          <a:xfrm>
            <a:off x="8112642" y="1663997"/>
            <a:ext cx="31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177998-A8A4-5500-F43C-02BBA28EA286}"/>
              </a:ext>
            </a:extLst>
          </p:cNvPr>
          <p:cNvSpPr txBox="1"/>
          <p:nvPr/>
        </p:nvSpPr>
        <p:spPr>
          <a:xfrm>
            <a:off x="10061945" y="2264221"/>
            <a:ext cx="31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23A8A1-10FD-3F0B-8D8B-2A9672745A96}"/>
              </a:ext>
            </a:extLst>
          </p:cNvPr>
          <p:cNvSpPr txBox="1"/>
          <p:nvPr/>
        </p:nvSpPr>
        <p:spPr>
          <a:xfrm>
            <a:off x="8477693" y="3309902"/>
            <a:ext cx="31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b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79B21B-8F4F-E066-44A9-A9C78E36E3E0}"/>
              </a:ext>
            </a:extLst>
          </p:cNvPr>
          <p:cNvSpPr txBox="1"/>
          <p:nvPr/>
        </p:nvSpPr>
        <p:spPr>
          <a:xfrm>
            <a:off x="5702595" y="3338845"/>
            <a:ext cx="31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77445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D5DD-89CB-F56D-77C4-00D067747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175685-71A2-7844-8DD7-A014B119E46A}"/>
              </a:ext>
            </a:extLst>
          </p:cNvPr>
          <p:cNvSpPr/>
          <p:nvPr/>
        </p:nvSpPr>
        <p:spPr>
          <a:xfrm>
            <a:off x="6531936" y="2906232"/>
            <a:ext cx="163741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Kommunens IdP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9ED89A-C42D-DE58-C3D5-578220AE2724}"/>
              </a:ext>
            </a:extLst>
          </p:cNvPr>
          <p:cNvSpPr/>
          <p:nvPr/>
        </p:nvSpPr>
        <p:spPr>
          <a:xfrm>
            <a:off x="5358810" y="4476306"/>
            <a:ext cx="163741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EOJ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4DF464-2DBC-581D-E010-94608191F223}"/>
              </a:ext>
            </a:extLst>
          </p:cNvPr>
          <p:cNvSpPr/>
          <p:nvPr/>
        </p:nvSpPr>
        <p:spPr>
          <a:xfrm>
            <a:off x="843516" y="2906233"/>
            <a:ext cx="163741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/>
              <a:t>OS2vikar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782135-7C4F-FDE3-AB20-4F2601132A40}"/>
              </a:ext>
            </a:extLst>
          </p:cNvPr>
          <p:cNvSpPr/>
          <p:nvPr/>
        </p:nvSpPr>
        <p:spPr>
          <a:xfrm>
            <a:off x="2215116" y="4476306"/>
            <a:ext cx="163741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600" dirty="0"/>
              <a:t>Active Directory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95F7E7B8-925C-C0CE-0636-6DF18DBCE917}"/>
              </a:ext>
            </a:extLst>
          </p:cNvPr>
          <p:cNvCxnSpPr>
            <a:stCxn id="17" idx="2"/>
            <a:endCxn id="19" idx="1"/>
          </p:cNvCxnSpPr>
          <p:nvPr/>
        </p:nvCxnSpPr>
        <p:spPr>
          <a:xfrm rot="16200000" flipH="1">
            <a:off x="1382233" y="4100622"/>
            <a:ext cx="1112873" cy="5528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7251016-679D-2B53-0ADF-4A8BE92A6867}"/>
              </a:ext>
            </a:extLst>
          </p:cNvPr>
          <p:cNvSpPr txBox="1"/>
          <p:nvPr/>
        </p:nvSpPr>
        <p:spPr>
          <a:xfrm>
            <a:off x="1350333" y="4379508"/>
            <a:ext cx="31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1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ED2DBE4-8684-A737-C3D1-CF09A0B5F61A}"/>
              </a:ext>
            </a:extLst>
          </p:cNvPr>
          <p:cNvCxnSpPr>
            <a:cxnSpLocks/>
            <a:stCxn id="19" idx="3"/>
            <a:endCxn id="15" idx="1"/>
          </p:cNvCxnSpPr>
          <p:nvPr/>
        </p:nvCxnSpPr>
        <p:spPr>
          <a:xfrm>
            <a:off x="3852530" y="4933506"/>
            <a:ext cx="1506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1DFFBD2-364F-F913-511B-367765DBA1EE}"/>
              </a:ext>
            </a:extLst>
          </p:cNvPr>
          <p:cNvCxnSpPr>
            <a:stCxn id="15" idx="0"/>
            <a:endCxn id="9" idx="1"/>
          </p:cNvCxnSpPr>
          <p:nvPr/>
        </p:nvCxnSpPr>
        <p:spPr>
          <a:xfrm rot="5400000" flipH="1" flipV="1">
            <a:off x="5798289" y="3742660"/>
            <a:ext cx="1112874" cy="3544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B47C9AC-DD6C-E32E-49D3-463EEBD071B5}"/>
              </a:ext>
            </a:extLst>
          </p:cNvPr>
          <p:cNvSpPr txBox="1"/>
          <p:nvPr/>
        </p:nvSpPr>
        <p:spPr>
          <a:xfrm>
            <a:off x="4515292" y="4564174"/>
            <a:ext cx="31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480D56-C280-5FF4-AF59-CE6BAB02313C}"/>
              </a:ext>
            </a:extLst>
          </p:cNvPr>
          <p:cNvSpPr txBox="1"/>
          <p:nvPr/>
        </p:nvSpPr>
        <p:spPr>
          <a:xfrm>
            <a:off x="5844362" y="3735203"/>
            <a:ext cx="31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701650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2176</TotalTime>
  <Words>29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Brian</dc:creator>
  <cp:lastModifiedBy>Administrator@digitalidentity.dk</cp:lastModifiedBy>
  <cp:revision>228</cp:revision>
  <dcterms:created xsi:type="dcterms:W3CDTF">2015-05-11T10:28:08Z</dcterms:created>
  <dcterms:modified xsi:type="dcterms:W3CDTF">2026-09-17T06:26:36Z</dcterms:modified>
</cp:coreProperties>
</file>